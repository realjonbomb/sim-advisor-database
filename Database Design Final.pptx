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3" r:id="rId4"/>
    <p:sldMasterId id="214748371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Albert Sans"/>
      <p:regular r:id="rId18"/>
      <p:bold r:id="rId19"/>
      <p:italic r:id="rId20"/>
      <p:boldItalic r:id="rId21"/>
    </p:embeddedFont>
    <p:embeddedFont>
      <p:font typeface="Nanum Myeongjo"/>
      <p:regular r:id="rId22"/>
      <p:bold r:id="rId23"/>
    </p:embeddedFont>
    <p:embeddedFont>
      <p:font typeface="Rajdhani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font" Target="fonts/AlbertSans-italic.fntdata"/><Relationship Id="rId22" Type="http://schemas.openxmlformats.org/officeDocument/2006/relationships/font" Target="fonts/NanumMyeongjo-regular.fntdata"/><Relationship Id="rId21" Type="http://schemas.openxmlformats.org/officeDocument/2006/relationships/font" Target="fonts/AlbertSans-boldItalic.fntdata"/><Relationship Id="rId24" Type="http://schemas.openxmlformats.org/officeDocument/2006/relationships/font" Target="fonts/Rajdhani-regular.fntdata"/><Relationship Id="rId23" Type="http://schemas.openxmlformats.org/officeDocument/2006/relationships/font" Target="fonts/NanumMyeongjo-bold.fntdata"/><Relationship Id="rId25" Type="http://schemas.openxmlformats.org/officeDocument/2006/relationships/font" Target="fonts/Rajdhani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AlbertSans-bold.fntdata"/><Relationship Id="rId18" Type="http://schemas.openxmlformats.org/officeDocument/2006/relationships/font" Target="fonts/Albert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ddcaa5c3e9_0_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ddcaa5c3e9_0_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ddcaa5c3e9_0_1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ddcaa5c3e9_0_1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ddcaa5c3e9_0_1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ddcaa5c3e9_0_1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9ab19caf6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9ab19caf6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9ab19caf68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9ab19caf6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9ab19caf68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9ab19caf68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9ab19caf68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9ab19caf68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9ab19caf68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9ab19caf68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9ab19caf68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9ab19caf68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9ab19caf68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9ab19caf68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9ab19caf68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9ab19caf68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780304" y="889050"/>
            <a:ext cx="4446900" cy="18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7200"/>
              <a:buFont typeface="Nanum Myeongjo"/>
              <a:buNone/>
              <a:defRPr sz="7200"/>
            </a:lvl1pPr>
            <a:lvl2pPr lvl="1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3" type="title"/>
          </p:nvPr>
        </p:nvSpPr>
        <p:spPr>
          <a:xfrm>
            <a:off x="3821131" y="38070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829943" y="4016050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55" name="Google Shape;55;p13"/>
          <p:cNvSpPr txBox="1"/>
          <p:nvPr>
            <p:ph idx="4" type="subTitle"/>
          </p:nvPr>
        </p:nvSpPr>
        <p:spPr>
          <a:xfrm>
            <a:off x="5258968" y="4016050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56" name="Google Shape;56;p13"/>
          <p:cNvSpPr/>
          <p:nvPr>
            <p:ph idx="5" type="pic"/>
          </p:nvPr>
        </p:nvSpPr>
        <p:spPr>
          <a:xfrm>
            <a:off x="228600" y="223475"/>
            <a:ext cx="2857200" cy="2348100"/>
          </a:xfrm>
          <a:prstGeom prst="round2SameRect">
            <a:avLst>
              <a:gd fmla="val 4621" name="adj1"/>
              <a:gd fmla="val 0" name="adj2"/>
            </a:avLst>
          </a:prstGeom>
          <a:noFill/>
          <a:ln>
            <a:noFill/>
          </a:ln>
        </p:spPr>
      </p:sp>
      <p:sp>
        <p:nvSpPr>
          <p:cNvPr id="57" name="Google Shape;57;p13"/>
          <p:cNvSpPr/>
          <p:nvPr>
            <p:ph idx="6" type="pic"/>
          </p:nvPr>
        </p:nvSpPr>
        <p:spPr>
          <a:xfrm rot="10800000">
            <a:off x="228600" y="2564446"/>
            <a:ext cx="2857200" cy="2348100"/>
          </a:xfrm>
          <a:prstGeom prst="round2SameRect">
            <a:avLst>
              <a:gd fmla="val 5506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3780304" y="889050"/>
            <a:ext cx="4446900" cy="18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7200"/>
              <a:buFont typeface="Nanum Myeongjo"/>
              <a:buNone/>
              <a:defRPr sz="7200"/>
            </a:lvl1pPr>
            <a:lvl2pPr lvl="1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3" type="title"/>
          </p:nvPr>
        </p:nvSpPr>
        <p:spPr>
          <a:xfrm>
            <a:off x="3821131" y="38070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3829943" y="4016050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66" name="Google Shape;66;p15"/>
          <p:cNvSpPr txBox="1"/>
          <p:nvPr>
            <p:ph idx="4" type="subTitle"/>
          </p:nvPr>
        </p:nvSpPr>
        <p:spPr>
          <a:xfrm>
            <a:off x="5258968" y="4016050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67" name="Google Shape;67;p15"/>
          <p:cNvSpPr/>
          <p:nvPr>
            <p:ph idx="5" type="pic"/>
          </p:nvPr>
        </p:nvSpPr>
        <p:spPr>
          <a:xfrm>
            <a:off x="228600" y="223475"/>
            <a:ext cx="2857200" cy="2348100"/>
          </a:xfrm>
          <a:prstGeom prst="round2SameRect">
            <a:avLst>
              <a:gd fmla="val 4621" name="adj1"/>
              <a:gd fmla="val 0" name="adj2"/>
            </a:avLst>
          </a:prstGeom>
          <a:noFill/>
          <a:ln>
            <a:noFill/>
          </a:ln>
        </p:spPr>
      </p:sp>
      <p:sp>
        <p:nvSpPr>
          <p:cNvPr id="68" name="Google Shape;68;p15"/>
          <p:cNvSpPr/>
          <p:nvPr>
            <p:ph idx="6" type="pic"/>
          </p:nvPr>
        </p:nvSpPr>
        <p:spPr>
          <a:xfrm rot="10800000">
            <a:off x="228600" y="2564446"/>
            <a:ext cx="2857200" cy="2348100"/>
          </a:xfrm>
          <a:prstGeom prst="round2SameRect">
            <a:avLst>
              <a:gd fmla="val 5506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List of 4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948175" y="797675"/>
            <a:ext cx="2852100" cy="26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2" type="title"/>
          </p:nvPr>
        </p:nvSpPr>
        <p:spPr>
          <a:xfrm>
            <a:off x="4469650" y="93645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3" type="title"/>
          </p:nvPr>
        </p:nvSpPr>
        <p:spPr>
          <a:xfrm>
            <a:off x="4469650" y="175405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4" type="title"/>
          </p:nvPr>
        </p:nvSpPr>
        <p:spPr>
          <a:xfrm>
            <a:off x="4469650" y="257470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5" type="title"/>
          </p:nvPr>
        </p:nvSpPr>
        <p:spPr>
          <a:xfrm>
            <a:off x="4454025" y="3395350"/>
            <a:ext cx="44532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" name="Google Shape;75;p16"/>
          <p:cNvSpPr/>
          <p:nvPr>
            <p:ph idx="6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Purple">
  <p:cSld name="CUSTOM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" name="Google Shape;80;p17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Green">
  <p:cSld name="CUSTOM_5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3" name="Google Shape;83;p18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Teal">
  <p:cSld name="CUSTOM_5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8" name="Google Shape;88;p19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Blue">
  <p:cSld name="CUSTOM_5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3" name="Google Shape;93;p20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ll Quote">
  <p:cSld name="CUSTOM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8" name="Google Shape;98;p21"/>
          <p:cNvSpPr txBox="1"/>
          <p:nvPr>
            <p:ph idx="1" type="subTitle"/>
          </p:nvPr>
        </p:nvSpPr>
        <p:spPr>
          <a:xfrm>
            <a:off x="4627750" y="1204950"/>
            <a:ext cx="24897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3" type="body"/>
          </p:nvPr>
        </p:nvSpPr>
        <p:spPr>
          <a:xfrm>
            <a:off x="4627750" y="1592350"/>
            <a:ext cx="2539200" cy="16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00" name="Google Shape;100;p21"/>
          <p:cNvSpPr/>
          <p:nvPr>
            <p:ph idx="4" type="pic"/>
          </p:nvPr>
        </p:nvSpPr>
        <p:spPr>
          <a:xfrm rot="-5400000">
            <a:off x="1529325" y="1257825"/>
            <a:ext cx="3114600" cy="2619600"/>
          </a:xfrm>
          <a:prstGeom prst="round2SameRect">
            <a:avLst>
              <a:gd fmla="val 3848" name="adj1"/>
              <a:gd fmla="val 0" name="adj2"/>
            </a:avLst>
          </a:prstGeom>
          <a:noFill/>
          <a:ln>
            <a:noFill/>
          </a:ln>
        </p:spPr>
      </p:sp>
      <p:sp>
        <p:nvSpPr>
          <p:cNvPr id="101" name="Google Shape;101;p21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636">
          <p15:clr>
            <a:srgbClr val="E46962"/>
          </p15:clr>
        </p15:guide>
        <p15:guide id="2" orient="horz" pos="2604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Page Image">
  <p:cSld name="CUSTOM_2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/>
          <p:nvPr>
            <p:ph idx="2" type="pic"/>
          </p:nvPr>
        </p:nvSpPr>
        <p:spPr>
          <a:xfrm>
            <a:off x="120000" y="114300"/>
            <a:ext cx="8904000" cy="49149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+ Content">
  <p:cSld name="CUSTOM_3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5235220" y="2573350"/>
            <a:ext cx="3798300" cy="19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23"/>
          <p:cNvSpPr txBox="1"/>
          <p:nvPr>
            <p:ph idx="2" type="body"/>
          </p:nvPr>
        </p:nvSpPr>
        <p:spPr>
          <a:xfrm>
            <a:off x="5235220" y="750863"/>
            <a:ext cx="3729900" cy="16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5257467" y="32715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3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9" name="Google Shape;109;p23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3"/>
          <p:cNvSpPr/>
          <p:nvPr>
            <p:ph idx="5" type="pic"/>
          </p:nvPr>
        </p:nvSpPr>
        <p:spPr>
          <a:xfrm rot="10800000">
            <a:off x="228600" y="2561290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111" name="Google Shape;111;p23"/>
          <p:cNvSpPr/>
          <p:nvPr>
            <p:ph idx="6" type="pic"/>
          </p:nvPr>
        </p:nvSpPr>
        <p:spPr>
          <a:xfrm>
            <a:off x="2486554" y="223525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112" name="Google Shape;112;p23"/>
          <p:cNvSpPr/>
          <p:nvPr>
            <p:ph idx="7" type="pic"/>
          </p:nvPr>
        </p:nvSpPr>
        <p:spPr>
          <a:xfrm flipH="1" rot="10800000">
            <a:off x="2486554" y="2561290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113" name="Google Shape;113;p23"/>
          <p:cNvSpPr/>
          <p:nvPr>
            <p:ph idx="8" type="pic"/>
          </p:nvPr>
        </p:nvSpPr>
        <p:spPr>
          <a:xfrm flipH="1">
            <a:off x="228600" y="224575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">
  <p:cSld name="CUSTOM_3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/>
          <p:nvPr>
            <p:ph idx="2" type="pic"/>
          </p:nvPr>
        </p:nvSpPr>
        <p:spPr>
          <a:xfrm>
            <a:off x="114275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16" name="Google Shape;116;p24"/>
          <p:cNvSpPr/>
          <p:nvPr>
            <p:ph idx="3" type="pic"/>
          </p:nvPr>
        </p:nvSpPr>
        <p:spPr>
          <a:xfrm>
            <a:off x="3117080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17" name="Google Shape;117;p24"/>
          <p:cNvSpPr/>
          <p:nvPr>
            <p:ph idx="4" type="pic"/>
          </p:nvPr>
        </p:nvSpPr>
        <p:spPr>
          <a:xfrm>
            <a:off x="114275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18" name="Google Shape;118;p24"/>
          <p:cNvSpPr/>
          <p:nvPr>
            <p:ph idx="5" type="pic"/>
          </p:nvPr>
        </p:nvSpPr>
        <p:spPr>
          <a:xfrm>
            <a:off x="3117080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19" name="Google Shape;119;p24"/>
          <p:cNvSpPr/>
          <p:nvPr>
            <p:ph idx="6" type="pic"/>
          </p:nvPr>
        </p:nvSpPr>
        <p:spPr>
          <a:xfrm>
            <a:off x="6109898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20" name="Google Shape;120;p24"/>
          <p:cNvSpPr/>
          <p:nvPr>
            <p:ph idx="7" type="pic"/>
          </p:nvPr>
        </p:nvSpPr>
        <p:spPr>
          <a:xfrm>
            <a:off x="6109898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Text">
  <p:cSld name="CUSTOM_4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idx="1" type="body"/>
          </p:nvPr>
        </p:nvSpPr>
        <p:spPr>
          <a:xfrm>
            <a:off x="970234" y="770775"/>
            <a:ext cx="3729900" cy="161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23" name="Google Shape;123;p25"/>
          <p:cNvSpPr txBox="1"/>
          <p:nvPr>
            <p:ph type="title"/>
          </p:nvPr>
        </p:nvSpPr>
        <p:spPr>
          <a:xfrm>
            <a:off x="956138" y="32715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2" type="body"/>
          </p:nvPr>
        </p:nvSpPr>
        <p:spPr>
          <a:xfrm>
            <a:off x="5235225" y="824225"/>
            <a:ext cx="3321600" cy="3470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5" name="Google Shape;125;p25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Google Shape;126;p25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CUSTOM_4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idx="1" type="body"/>
          </p:nvPr>
        </p:nvSpPr>
        <p:spPr>
          <a:xfrm>
            <a:off x="949503" y="770775"/>
            <a:ext cx="7171500" cy="16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29" name="Google Shape;129;p26"/>
          <p:cNvSpPr txBox="1"/>
          <p:nvPr>
            <p:ph type="title"/>
          </p:nvPr>
        </p:nvSpPr>
        <p:spPr>
          <a:xfrm>
            <a:off x="956138" y="32715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2" type="body"/>
          </p:nvPr>
        </p:nvSpPr>
        <p:spPr>
          <a:xfrm>
            <a:off x="961716" y="2599900"/>
            <a:ext cx="7145100" cy="18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1" name="Google Shape;131;p26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26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Problem">
  <p:cSld name="CUSTOM_6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5" name="Google Shape;135;p27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6" name="Google Shape;136;p27"/>
          <p:cNvSpPr txBox="1"/>
          <p:nvPr>
            <p:ph idx="1" type="subTitle"/>
          </p:nvPr>
        </p:nvSpPr>
        <p:spPr>
          <a:xfrm>
            <a:off x="958450" y="2692875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b="0"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37" name="Google Shape;137;p27"/>
          <p:cNvSpPr txBox="1"/>
          <p:nvPr>
            <p:ph idx="3" type="title"/>
          </p:nvPr>
        </p:nvSpPr>
        <p:spPr>
          <a:xfrm>
            <a:off x="956150" y="5557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4" type="title"/>
          </p:nvPr>
        </p:nvSpPr>
        <p:spPr>
          <a:xfrm>
            <a:off x="941263" y="866159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&amp; Benefits">
  <p:cSld name="CUSTOM_7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idx="1" type="subTitle"/>
          </p:nvPr>
        </p:nvSpPr>
        <p:spPr>
          <a:xfrm>
            <a:off x="-394525" y="762900"/>
            <a:ext cx="29583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41" name="Google Shape;141;p28"/>
          <p:cNvSpPr txBox="1"/>
          <p:nvPr>
            <p:ph idx="2" type="subTitle"/>
          </p:nvPr>
        </p:nvSpPr>
        <p:spPr>
          <a:xfrm>
            <a:off x="7780000" y="762900"/>
            <a:ext cx="19617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3" type="subTitle"/>
          </p:nvPr>
        </p:nvSpPr>
        <p:spPr>
          <a:xfrm>
            <a:off x="-867225" y="1991550"/>
            <a:ext cx="20115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4" type="subTitle"/>
          </p:nvPr>
        </p:nvSpPr>
        <p:spPr>
          <a:xfrm>
            <a:off x="1384800" y="1991550"/>
            <a:ext cx="19617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44" name="Google Shape;144;p28"/>
          <p:cNvSpPr txBox="1"/>
          <p:nvPr>
            <p:ph idx="5" type="subTitle"/>
          </p:nvPr>
        </p:nvSpPr>
        <p:spPr>
          <a:xfrm>
            <a:off x="3556975" y="1991550"/>
            <a:ext cx="44034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9pPr>
          </a:lstStyle>
          <a:p/>
        </p:txBody>
      </p:sp>
      <p:sp>
        <p:nvSpPr>
          <p:cNvPr id="145" name="Google Shape;145;p28"/>
          <p:cNvSpPr txBox="1"/>
          <p:nvPr>
            <p:ph idx="6" type="subTitle"/>
          </p:nvPr>
        </p:nvSpPr>
        <p:spPr>
          <a:xfrm>
            <a:off x="8207225" y="1991550"/>
            <a:ext cx="22164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46" name="Google Shape;146;p28"/>
          <p:cNvSpPr txBox="1"/>
          <p:nvPr>
            <p:ph idx="7" type="subTitle"/>
          </p:nvPr>
        </p:nvSpPr>
        <p:spPr>
          <a:xfrm>
            <a:off x="307950" y="3220200"/>
            <a:ext cx="38076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47" name="Google Shape;147;p28"/>
          <p:cNvSpPr txBox="1"/>
          <p:nvPr>
            <p:ph idx="8" type="subTitle"/>
          </p:nvPr>
        </p:nvSpPr>
        <p:spPr>
          <a:xfrm>
            <a:off x="4367925" y="3220200"/>
            <a:ext cx="21210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48" name="Google Shape;148;p28"/>
          <p:cNvSpPr txBox="1"/>
          <p:nvPr>
            <p:ph idx="9" type="subTitle"/>
          </p:nvPr>
        </p:nvSpPr>
        <p:spPr>
          <a:xfrm>
            <a:off x="6718750" y="3220200"/>
            <a:ext cx="23832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49" name="Google Shape;149;p28"/>
          <p:cNvSpPr txBox="1"/>
          <p:nvPr>
            <p:ph idx="13" type="subTitle"/>
          </p:nvPr>
        </p:nvSpPr>
        <p:spPr>
          <a:xfrm>
            <a:off x="2793625" y="762900"/>
            <a:ext cx="21435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50" name="Google Shape;150;p28"/>
          <p:cNvSpPr txBox="1"/>
          <p:nvPr>
            <p:ph idx="14" type="subTitle"/>
          </p:nvPr>
        </p:nvSpPr>
        <p:spPr>
          <a:xfrm>
            <a:off x="5151963" y="762900"/>
            <a:ext cx="24132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51" name="Google Shape;151;p28"/>
          <p:cNvSpPr/>
          <p:nvPr>
            <p:ph idx="15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2" name="Google Shape;152;p28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8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5" name="Google Shape;155;p29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6" name="Google Shape;156;p29"/>
          <p:cNvSpPr txBox="1"/>
          <p:nvPr>
            <p:ph idx="1" type="subTitle"/>
          </p:nvPr>
        </p:nvSpPr>
        <p:spPr>
          <a:xfrm>
            <a:off x="3831000" y="327150"/>
            <a:ext cx="45003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9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e Graph">
  <p:cSld name="CUSTOM_8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idx="1" type="subTitle"/>
          </p:nvPr>
        </p:nvSpPr>
        <p:spPr>
          <a:xfrm>
            <a:off x="955475" y="1615450"/>
            <a:ext cx="3291600" cy="28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0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1" name="Google Shape;161;p30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2" name="Google Shape;162;p30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Solution">
  <p:cSld name="CUSTOM_9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1"/>
          <p:cNvSpPr txBox="1"/>
          <p:nvPr>
            <p:ph idx="1" type="subTitle"/>
          </p:nvPr>
        </p:nvSpPr>
        <p:spPr>
          <a:xfrm>
            <a:off x="958450" y="2692875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66" name="Google Shape;166;p31"/>
          <p:cNvSpPr txBox="1"/>
          <p:nvPr>
            <p:ph type="title"/>
          </p:nvPr>
        </p:nvSpPr>
        <p:spPr>
          <a:xfrm>
            <a:off x="956150" y="5557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7" name="Google Shape;167;p31"/>
          <p:cNvSpPr txBox="1"/>
          <p:nvPr>
            <p:ph idx="2" type="title"/>
          </p:nvPr>
        </p:nvSpPr>
        <p:spPr>
          <a:xfrm>
            <a:off x="941263" y="866159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8" name="Google Shape;168;p31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1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y It Works">
  <p:cSld name="CUSTOM_9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2"/>
          <p:cNvSpPr/>
          <p:nvPr>
            <p:ph idx="2" type="pic"/>
          </p:nvPr>
        </p:nvSpPr>
        <p:spPr>
          <a:xfrm rot="-5400000">
            <a:off x="-113050" y="322725"/>
            <a:ext cx="4911300" cy="4450500"/>
          </a:xfrm>
          <a:prstGeom prst="round2SameRect">
            <a:avLst>
              <a:gd fmla="val 286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5364025" y="704025"/>
            <a:ext cx="3437700" cy="3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4" name="Google Shape;174;p32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2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Audience Venn Diagram">
  <p:cSld name="CUSTOM_10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3"/>
          <p:cNvSpPr txBox="1"/>
          <p:nvPr>
            <p:ph idx="2" type="title"/>
          </p:nvPr>
        </p:nvSpPr>
        <p:spPr>
          <a:xfrm>
            <a:off x="956150" y="39420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 sz="14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79" name="Google Shape;179;p33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of 3 Concepts">
  <p:cSld name="CUSTOM_1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4"/>
          <p:cNvSpPr txBox="1"/>
          <p:nvPr>
            <p:ph type="title"/>
          </p:nvPr>
        </p:nvSpPr>
        <p:spPr>
          <a:xfrm>
            <a:off x="941780" y="715125"/>
            <a:ext cx="7860000" cy="8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83" name="Google Shape;183;p34"/>
          <p:cNvSpPr txBox="1"/>
          <p:nvPr>
            <p:ph idx="1" type="body"/>
          </p:nvPr>
        </p:nvSpPr>
        <p:spPr>
          <a:xfrm>
            <a:off x="1188971" y="2402817"/>
            <a:ext cx="18933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4" name="Google Shape;184;p34"/>
          <p:cNvSpPr txBox="1"/>
          <p:nvPr>
            <p:ph idx="2" type="body"/>
          </p:nvPr>
        </p:nvSpPr>
        <p:spPr>
          <a:xfrm>
            <a:off x="3628515" y="2402817"/>
            <a:ext cx="18933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34"/>
          <p:cNvSpPr txBox="1"/>
          <p:nvPr>
            <p:ph idx="3" type="subTitle"/>
          </p:nvPr>
        </p:nvSpPr>
        <p:spPr>
          <a:xfrm>
            <a:off x="1078092" y="1852966"/>
            <a:ext cx="21255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6" name="Google Shape;186;p34"/>
          <p:cNvSpPr txBox="1"/>
          <p:nvPr>
            <p:ph idx="4" type="subTitle"/>
          </p:nvPr>
        </p:nvSpPr>
        <p:spPr>
          <a:xfrm>
            <a:off x="3524146" y="1852966"/>
            <a:ext cx="21255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34"/>
          <p:cNvSpPr txBox="1"/>
          <p:nvPr>
            <p:ph idx="5" type="subTitle"/>
          </p:nvPr>
        </p:nvSpPr>
        <p:spPr>
          <a:xfrm>
            <a:off x="5970200" y="1852966"/>
            <a:ext cx="21255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8" name="Google Shape;188;p34"/>
          <p:cNvSpPr txBox="1"/>
          <p:nvPr>
            <p:ph idx="6" type="body"/>
          </p:nvPr>
        </p:nvSpPr>
        <p:spPr>
          <a:xfrm>
            <a:off x="6068972" y="2402817"/>
            <a:ext cx="18933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34"/>
          <p:cNvSpPr/>
          <p:nvPr>
            <p:ph idx="7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of 6 Concepts">
  <p:cSld name="CUSTOM_1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5"/>
          <p:cNvSpPr txBox="1"/>
          <p:nvPr>
            <p:ph idx="1" type="subTitle"/>
          </p:nvPr>
        </p:nvSpPr>
        <p:spPr>
          <a:xfrm>
            <a:off x="1062065" y="917207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35"/>
          <p:cNvSpPr txBox="1"/>
          <p:nvPr>
            <p:ph idx="2" type="subTitle"/>
          </p:nvPr>
        </p:nvSpPr>
        <p:spPr>
          <a:xfrm>
            <a:off x="3507690" y="917207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4" name="Google Shape;194;p35"/>
          <p:cNvSpPr txBox="1"/>
          <p:nvPr>
            <p:ph idx="3" type="subTitle"/>
          </p:nvPr>
        </p:nvSpPr>
        <p:spPr>
          <a:xfrm>
            <a:off x="5956640" y="917207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5" name="Google Shape;195;p35"/>
          <p:cNvSpPr txBox="1"/>
          <p:nvPr>
            <p:ph idx="4" type="body"/>
          </p:nvPr>
        </p:nvSpPr>
        <p:spPr>
          <a:xfrm>
            <a:off x="1172475" y="1372575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6" name="Google Shape;196;p35"/>
          <p:cNvSpPr txBox="1"/>
          <p:nvPr>
            <p:ph idx="5" type="body"/>
          </p:nvPr>
        </p:nvSpPr>
        <p:spPr>
          <a:xfrm>
            <a:off x="3618100" y="1372575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7" name="Google Shape;197;p35"/>
          <p:cNvSpPr txBox="1"/>
          <p:nvPr>
            <p:ph idx="6" type="body"/>
          </p:nvPr>
        </p:nvSpPr>
        <p:spPr>
          <a:xfrm>
            <a:off x="6067050" y="1372575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8" name="Google Shape;198;p35"/>
          <p:cNvSpPr txBox="1"/>
          <p:nvPr>
            <p:ph idx="7" type="subTitle"/>
          </p:nvPr>
        </p:nvSpPr>
        <p:spPr>
          <a:xfrm>
            <a:off x="5956640" y="2552219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9" name="Google Shape;199;p35"/>
          <p:cNvSpPr txBox="1"/>
          <p:nvPr>
            <p:ph idx="8" type="body"/>
          </p:nvPr>
        </p:nvSpPr>
        <p:spPr>
          <a:xfrm>
            <a:off x="3618088" y="3007588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0" name="Google Shape;200;p35"/>
          <p:cNvSpPr txBox="1"/>
          <p:nvPr>
            <p:ph idx="9" type="subTitle"/>
          </p:nvPr>
        </p:nvSpPr>
        <p:spPr>
          <a:xfrm>
            <a:off x="3508752" y="2552219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5"/>
          <p:cNvSpPr txBox="1"/>
          <p:nvPr>
            <p:ph idx="13" type="body"/>
          </p:nvPr>
        </p:nvSpPr>
        <p:spPr>
          <a:xfrm>
            <a:off x="1171275" y="3007588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5"/>
          <p:cNvSpPr txBox="1"/>
          <p:nvPr>
            <p:ph idx="14" type="subTitle"/>
          </p:nvPr>
        </p:nvSpPr>
        <p:spPr>
          <a:xfrm>
            <a:off x="1060865" y="2552219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5"/>
          <p:cNvSpPr txBox="1"/>
          <p:nvPr>
            <p:ph idx="15" type="body"/>
          </p:nvPr>
        </p:nvSpPr>
        <p:spPr>
          <a:xfrm>
            <a:off x="6067050" y="3007588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5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5"/>
          <p:cNvSpPr/>
          <p:nvPr>
            <p:ph idx="16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Graph">
  <p:cSld name="CUSTOM_12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idx="1" type="subTitle"/>
          </p:nvPr>
        </p:nvSpPr>
        <p:spPr>
          <a:xfrm>
            <a:off x="960850" y="3191652"/>
            <a:ext cx="40827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208" name="Google Shape;208;p36"/>
          <p:cNvSpPr txBox="1"/>
          <p:nvPr>
            <p:ph type="title"/>
          </p:nvPr>
        </p:nvSpPr>
        <p:spPr>
          <a:xfrm>
            <a:off x="932850" y="730375"/>
            <a:ext cx="4082700" cy="21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209" name="Google Shape;209;p36"/>
          <p:cNvSpPr txBox="1"/>
          <p:nvPr>
            <p:ph idx="2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6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Graph">
  <p:cSld name="CUSTOM_13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/>
          <p:nvPr/>
        </p:nvSpPr>
        <p:spPr>
          <a:xfrm>
            <a:off x="114300" y="114300"/>
            <a:ext cx="8915400" cy="4914900"/>
          </a:xfrm>
          <a:prstGeom prst="roundRect">
            <a:avLst>
              <a:gd fmla="val 330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7"/>
          <p:cNvSpPr txBox="1"/>
          <p:nvPr>
            <p:ph idx="1" type="subTitle"/>
          </p:nvPr>
        </p:nvSpPr>
        <p:spPr>
          <a:xfrm>
            <a:off x="5251039" y="2593520"/>
            <a:ext cx="25716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" name="Google Shape;214;p37"/>
          <p:cNvSpPr txBox="1"/>
          <p:nvPr>
            <p:ph idx="2" type="subTitle"/>
          </p:nvPr>
        </p:nvSpPr>
        <p:spPr>
          <a:xfrm>
            <a:off x="5233275" y="763675"/>
            <a:ext cx="3576600" cy="13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5" name="Google Shape;215;p37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16" name="Google Shape;216;p37"/>
          <p:cNvSpPr txBox="1"/>
          <p:nvPr>
            <p:ph idx="3" type="title"/>
          </p:nvPr>
        </p:nvSpPr>
        <p:spPr>
          <a:xfrm>
            <a:off x="5251132" y="327150"/>
            <a:ext cx="3558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17" name="Google Shape;217;p37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7"/>
          <p:cNvSpPr/>
          <p:nvPr>
            <p:ph idx="5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Landscape">
  <p:cSld name="CUSTOM_14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 txBox="1"/>
          <p:nvPr>
            <p:ph idx="1" type="body"/>
          </p:nvPr>
        </p:nvSpPr>
        <p:spPr>
          <a:xfrm>
            <a:off x="6564350" y="577612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1" name="Google Shape;221;p38"/>
          <p:cNvSpPr txBox="1"/>
          <p:nvPr>
            <p:ph idx="2" type="body"/>
          </p:nvPr>
        </p:nvSpPr>
        <p:spPr>
          <a:xfrm>
            <a:off x="6564350" y="1810914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" name="Google Shape;222;p38"/>
          <p:cNvSpPr txBox="1"/>
          <p:nvPr>
            <p:ph idx="3" type="body"/>
          </p:nvPr>
        </p:nvSpPr>
        <p:spPr>
          <a:xfrm>
            <a:off x="6564350" y="3038996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3" name="Google Shape;223;p38"/>
          <p:cNvSpPr txBox="1"/>
          <p:nvPr>
            <p:ph type="title"/>
          </p:nvPr>
        </p:nvSpPr>
        <p:spPr>
          <a:xfrm>
            <a:off x="3706300" y="32715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4" name="Google Shape;224;p38"/>
          <p:cNvSpPr txBox="1"/>
          <p:nvPr>
            <p:ph idx="4" type="body"/>
          </p:nvPr>
        </p:nvSpPr>
        <p:spPr>
          <a:xfrm>
            <a:off x="3706300" y="577612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5" name="Google Shape;225;p38"/>
          <p:cNvSpPr txBox="1"/>
          <p:nvPr>
            <p:ph idx="5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38"/>
          <p:cNvSpPr txBox="1"/>
          <p:nvPr>
            <p:ph idx="6" type="title"/>
          </p:nvPr>
        </p:nvSpPr>
        <p:spPr>
          <a:xfrm>
            <a:off x="956150" y="327150"/>
            <a:ext cx="20091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27" name="Google Shape;227;p38"/>
          <p:cNvSpPr/>
          <p:nvPr>
            <p:ph idx="7" type="pic"/>
          </p:nvPr>
        </p:nvSpPr>
        <p:spPr>
          <a:xfrm>
            <a:off x="3205625" y="423875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8" name="Google Shape;228;p38"/>
          <p:cNvSpPr/>
          <p:nvPr>
            <p:ph idx="8" type="pic"/>
          </p:nvPr>
        </p:nvSpPr>
        <p:spPr>
          <a:xfrm>
            <a:off x="6063675" y="423875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9" name="Google Shape;229;p38"/>
          <p:cNvSpPr/>
          <p:nvPr>
            <p:ph idx="9" type="pic"/>
          </p:nvPr>
        </p:nvSpPr>
        <p:spPr>
          <a:xfrm>
            <a:off x="3205625" y="1653438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0" name="Google Shape;230;p38"/>
          <p:cNvSpPr/>
          <p:nvPr>
            <p:ph idx="13" type="pic"/>
          </p:nvPr>
        </p:nvSpPr>
        <p:spPr>
          <a:xfrm>
            <a:off x="6063675" y="1653438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1" name="Google Shape;231;p38"/>
          <p:cNvSpPr/>
          <p:nvPr>
            <p:ph idx="14" type="pic"/>
          </p:nvPr>
        </p:nvSpPr>
        <p:spPr>
          <a:xfrm>
            <a:off x="3205625" y="2881163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2" name="Google Shape;232;p38"/>
          <p:cNvSpPr/>
          <p:nvPr>
            <p:ph idx="15" type="pic"/>
          </p:nvPr>
        </p:nvSpPr>
        <p:spPr>
          <a:xfrm>
            <a:off x="6063675" y="2881163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3" name="Google Shape;233;p38"/>
          <p:cNvSpPr txBox="1"/>
          <p:nvPr>
            <p:ph idx="16" type="title"/>
          </p:nvPr>
        </p:nvSpPr>
        <p:spPr>
          <a:xfrm>
            <a:off x="6564350" y="32715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4" name="Google Shape;234;p38"/>
          <p:cNvSpPr txBox="1"/>
          <p:nvPr>
            <p:ph idx="17" type="title"/>
          </p:nvPr>
        </p:nvSpPr>
        <p:spPr>
          <a:xfrm>
            <a:off x="3706300" y="1554125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38"/>
          <p:cNvSpPr txBox="1"/>
          <p:nvPr>
            <p:ph idx="18" type="title"/>
          </p:nvPr>
        </p:nvSpPr>
        <p:spPr>
          <a:xfrm>
            <a:off x="6564350" y="1554125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38"/>
          <p:cNvSpPr txBox="1"/>
          <p:nvPr>
            <p:ph idx="19" type="title"/>
          </p:nvPr>
        </p:nvSpPr>
        <p:spPr>
          <a:xfrm>
            <a:off x="3706300" y="278110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7" name="Google Shape;237;p38"/>
          <p:cNvSpPr txBox="1"/>
          <p:nvPr>
            <p:ph idx="20" type="title"/>
          </p:nvPr>
        </p:nvSpPr>
        <p:spPr>
          <a:xfrm>
            <a:off x="6564350" y="278110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38"/>
          <p:cNvSpPr txBox="1"/>
          <p:nvPr>
            <p:ph idx="21" type="body"/>
          </p:nvPr>
        </p:nvSpPr>
        <p:spPr>
          <a:xfrm>
            <a:off x="3706300" y="1810914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9" name="Google Shape;239;p38"/>
          <p:cNvSpPr txBox="1"/>
          <p:nvPr>
            <p:ph idx="22" type="body"/>
          </p:nvPr>
        </p:nvSpPr>
        <p:spPr>
          <a:xfrm>
            <a:off x="3706300" y="3038996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0" name="Google Shape;240;p38"/>
          <p:cNvSpPr/>
          <p:nvPr>
            <p:ph idx="2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Content">
  <p:cSld name="CUSTOM_15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/>
          <p:nvPr/>
        </p:nvSpPr>
        <p:spPr>
          <a:xfrm rot="5400000">
            <a:off x="4342200" y="341250"/>
            <a:ext cx="4914900" cy="4460100"/>
          </a:xfrm>
          <a:prstGeom prst="round2SameRect">
            <a:avLst>
              <a:gd fmla="val 3491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9"/>
          <p:cNvSpPr txBox="1"/>
          <p:nvPr>
            <p:ph type="title"/>
          </p:nvPr>
        </p:nvSpPr>
        <p:spPr>
          <a:xfrm>
            <a:off x="932850" y="730375"/>
            <a:ext cx="3280800" cy="21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244" name="Google Shape;244;p39"/>
          <p:cNvSpPr txBox="1"/>
          <p:nvPr>
            <p:ph idx="1" type="subTitle"/>
          </p:nvPr>
        </p:nvSpPr>
        <p:spPr>
          <a:xfrm>
            <a:off x="5233275" y="763675"/>
            <a:ext cx="35037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9"/>
          <p:cNvSpPr txBox="1"/>
          <p:nvPr>
            <p:ph idx="2" type="subTitle"/>
          </p:nvPr>
        </p:nvSpPr>
        <p:spPr>
          <a:xfrm>
            <a:off x="955350" y="2928709"/>
            <a:ext cx="28449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6" name="Google Shape;246;p39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39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Phone + Desktop">
  <p:cSld name="CUSTOM_16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0"/>
          <p:cNvSpPr/>
          <p:nvPr>
            <p:ph idx="2" type="pic"/>
          </p:nvPr>
        </p:nvSpPr>
        <p:spPr>
          <a:xfrm>
            <a:off x="3768625" y="934850"/>
            <a:ext cx="4630500" cy="2606700"/>
          </a:xfrm>
          <a:prstGeom prst="roundRect">
            <a:avLst>
              <a:gd fmla="val 1120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40"/>
          <p:cNvSpPr/>
          <p:nvPr>
            <p:ph idx="3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40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40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Desktop">
  <p:cSld name="CUSTOM_16_2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1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1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8" name="Google Shape;258;p41"/>
          <p:cNvSpPr/>
          <p:nvPr>
            <p:ph idx="3" type="pic"/>
          </p:nvPr>
        </p:nvSpPr>
        <p:spPr>
          <a:xfrm>
            <a:off x="1931050" y="789375"/>
            <a:ext cx="5281800" cy="2973300"/>
          </a:xfrm>
          <a:prstGeom prst="roundRect">
            <a:avLst>
              <a:gd fmla="val 1120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3 Phone">
  <p:cSld name="CUSTOM_16_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2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2"/>
          <p:cNvSpPr/>
          <p:nvPr>
            <p:ph idx="2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42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4" name="Google Shape;264;p42"/>
          <p:cNvSpPr/>
          <p:nvPr>
            <p:ph idx="4" type="pic"/>
          </p:nvPr>
        </p:nvSpPr>
        <p:spPr>
          <a:xfrm>
            <a:off x="376500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42"/>
          <p:cNvSpPr/>
          <p:nvPr>
            <p:ph idx="5" type="pic"/>
          </p:nvPr>
        </p:nvSpPr>
        <p:spPr>
          <a:xfrm>
            <a:off x="67171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Tablet">
  <p:cSld name="CUSTOM_16_2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3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3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70" name="Google Shape;270;p43"/>
          <p:cNvSpPr/>
          <p:nvPr>
            <p:ph idx="3" type="pic"/>
          </p:nvPr>
        </p:nvSpPr>
        <p:spPr>
          <a:xfrm>
            <a:off x="1988050" y="627575"/>
            <a:ext cx="5167800" cy="3888300"/>
          </a:xfrm>
          <a:prstGeom prst="roundRect">
            <a:avLst>
              <a:gd fmla="val 4099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s Phone + Tablet">
  <p:cSld name="CUSTOM_16_1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/>
          <p:nvPr>
            <p:ph idx="2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44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44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75" name="Google Shape;275;p44"/>
          <p:cNvSpPr/>
          <p:nvPr>
            <p:ph idx="4" type="pic"/>
          </p:nvPr>
        </p:nvSpPr>
        <p:spPr>
          <a:xfrm>
            <a:off x="3874125" y="866550"/>
            <a:ext cx="4531500" cy="3409500"/>
          </a:xfrm>
          <a:prstGeom prst="roundRect">
            <a:avLst>
              <a:gd fmla="val 4099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17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45"/>
          <p:cNvSpPr txBox="1"/>
          <p:nvPr>
            <p:ph idx="1" type="subTitle"/>
          </p:nvPr>
        </p:nvSpPr>
        <p:spPr>
          <a:xfrm>
            <a:off x="440281" y="763675"/>
            <a:ext cx="20703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45"/>
          <p:cNvSpPr txBox="1"/>
          <p:nvPr/>
        </p:nvSpPr>
        <p:spPr>
          <a:xfrm>
            <a:off x="871975" y="114300"/>
            <a:ext cx="13854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accent4"/>
                </a:solidFill>
                <a:latin typeface="Albert Sans"/>
                <a:ea typeface="Albert Sans"/>
                <a:cs typeface="Albert Sans"/>
                <a:sym typeface="Albert Sans"/>
              </a:rPr>
              <a:t>Future Focused</a:t>
            </a:r>
            <a:endParaRPr b="1">
              <a:solidFill>
                <a:schemeClr val="accent4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80" name="Google Shape;280;p45"/>
          <p:cNvSpPr txBox="1"/>
          <p:nvPr>
            <p:ph idx="2" type="subTitle"/>
          </p:nvPr>
        </p:nvSpPr>
        <p:spPr>
          <a:xfrm>
            <a:off x="580888" y="3286575"/>
            <a:ext cx="1757100" cy="11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1" name="Google Shape;281;p45"/>
          <p:cNvSpPr txBox="1"/>
          <p:nvPr>
            <p:ph idx="3" type="title"/>
          </p:nvPr>
        </p:nvSpPr>
        <p:spPr>
          <a:xfrm>
            <a:off x="440281" y="327150"/>
            <a:ext cx="20091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Pullquote">
  <p:cSld name="CUSTOM_18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>
            <p:ph idx="1" type="subTitle"/>
          </p:nvPr>
        </p:nvSpPr>
        <p:spPr>
          <a:xfrm>
            <a:off x="821950" y="763675"/>
            <a:ext cx="20703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46"/>
          <p:cNvSpPr/>
          <p:nvPr/>
        </p:nvSpPr>
        <p:spPr>
          <a:xfrm>
            <a:off x="114300" y="114300"/>
            <a:ext cx="8915400" cy="4914900"/>
          </a:xfrm>
          <a:prstGeom prst="roundRect">
            <a:avLst>
              <a:gd fmla="val 330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6"/>
          <p:cNvSpPr txBox="1"/>
          <p:nvPr>
            <p:ph idx="2" type="subTitle"/>
          </p:nvPr>
        </p:nvSpPr>
        <p:spPr>
          <a:xfrm>
            <a:off x="1062075" y="763675"/>
            <a:ext cx="70254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anum Myeongjo"/>
              <a:buNone/>
              <a:defRPr b="0" sz="36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6" name="Google Shape;286;p46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46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90" name="Google Shape;290;p4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1" name="Google Shape;29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4" name="Google Shape;29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8" name="Google Shape;298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5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" name="Google Shape;302;p5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3" name="Google Shape;30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9" name="Google Shape;309;p5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0" name="Google Shape;310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3" name="Google Shape;313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5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7" name="Google Shape;317;p5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8" name="Google Shape;318;p5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9" name="Google Shape;319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322" name="Google Shape;32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5" name="Google Shape;325;p5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6" name="Google Shape;326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5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3" name="Google Shape;333;p5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4" name="Google Shape;334;p5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5" name="Google Shape;335;p5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6" name="Google Shape;336;p5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7" name="Google Shape;337;p5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5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1" name="Google Shape;341;p5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5" name="Google Shape;345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6" name="Google Shape;346;p6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7" name="Google Shape;347;p6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8" name="Google Shape;348;p6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9" name="Google Shape;349;p6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p6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3" name="Google Shape;353;p6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4" name="Google Shape;354;p61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5" name="Google Shape;355;p6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6" name="Google Shape;356;p61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7" name="Google Shape;357;p61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8" name="Google Shape;358;p61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6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2" name="Google Shape;362;p6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3" name="Google Shape;363;p6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4" name="Google Shape;364;p6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5" name="Google Shape;365;p6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6" name="Google Shape;366;p6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6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6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6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3" name="Google Shape;373;p6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1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6" name="Google Shape;376;p6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7" name="Google Shape;377;p6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6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9" name="Google Shape;379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6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2" name="Google Shape;382;p6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5" name="Google Shape;385;p6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6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6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8" name="Google Shape;388;p6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6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0" name="Google Shape;390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1" name="Google Shape;391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6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3" name="Google Shape;393;p6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4" name="Google Shape;394;p6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_2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0" name="Google Shape;400;p6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6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6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6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6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6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6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6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6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6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2.xml"/><Relationship Id="rId42" Type="http://schemas.openxmlformats.org/officeDocument/2006/relationships/slideLayout" Target="../slideLayouts/slideLayout54.xml"/><Relationship Id="rId41" Type="http://schemas.openxmlformats.org/officeDocument/2006/relationships/slideLayout" Target="../slideLayouts/slideLayout53.xml"/><Relationship Id="rId44" Type="http://schemas.openxmlformats.org/officeDocument/2006/relationships/slideLayout" Target="../slideLayouts/slideLayout56.xml"/><Relationship Id="rId43" Type="http://schemas.openxmlformats.org/officeDocument/2006/relationships/slideLayout" Target="../slideLayouts/slideLayout55.xml"/><Relationship Id="rId46" Type="http://schemas.openxmlformats.org/officeDocument/2006/relationships/slideLayout" Target="../slideLayouts/slideLayout58.xml"/><Relationship Id="rId45" Type="http://schemas.openxmlformats.org/officeDocument/2006/relationships/slideLayout" Target="../slideLayouts/slideLayout57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48" Type="http://schemas.openxmlformats.org/officeDocument/2006/relationships/slideLayout" Target="../slideLayouts/slideLayout60.xml"/><Relationship Id="rId47" Type="http://schemas.openxmlformats.org/officeDocument/2006/relationships/slideLayout" Target="../slideLayouts/slideLayout59.xml"/><Relationship Id="rId49" Type="http://schemas.openxmlformats.org/officeDocument/2006/relationships/slideLayout" Target="../slideLayouts/slideLayout6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2.xml"/><Relationship Id="rId33" Type="http://schemas.openxmlformats.org/officeDocument/2006/relationships/slideLayout" Target="../slideLayouts/slideLayout45.xml"/><Relationship Id="rId32" Type="http://schemas.openxmlformats.org/officeDocument/2006/relationships/slideLayout" Target="../slideLayouts/slideLayout44.xml"/><Relationship Id="rId35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46.xml"/><Relationship Id="rId37" Type="http://schemas.openxmlformats.org/officeDocument/2006/relationships/slideLayout" Target="../slideLayouts/slideLayout49.xml"/><Relationship Id="rId36" Type="http://schemas.openxmlformats.org/officeDocument/2006/relationships/slideLayout" Target="../slideLayouts/slideLayout48.xml"/><Relationship Id="rId39" Type="http://schemas.openxmlformats.org/officeDocument/2006/relationships/slideLayout" Target="../slideLayouts/slideLayout51.xml"/><Relationship Id="rId38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41.xml"/><Relationship Id="rId51" Type="http://schemas.openxmlformats.org/officeDocument/2006/relationships/slideLayout" Target="../slideLayouts/slideLayout63.xml"/><Relationship Id="rId50" Type="http://schemas.openxmlformats.org/officeDocument/2006/relationships/slideLayout" Target="../slideLayouts/slideLayout62.xml"/><Relationship Id="rId53" Type="http://schemas.openxmlformats.org/officeDocument/2006/relationships/slideLayout" Target="../slideLayouts/slideLayout65.xml"/><Relationship Id="rId5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081623"/>
            </a:gs>
            <a:gs pos="100000">
              <a:srgbClr val="15151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47550" y="425875"/>
            <a:ext cx="29163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47550" y="1714375"/>
            <a:ext cx="5780700" cy="29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9">
          <p15:clr>
            <a:srgbClr val="E46962"/>
          </p15:clr>
        </p15:guide>
        <p15:guide id="2" pos="593">
          <p15:clr>
            <a:srgbClr val="E46962"/>
          </p15:clr>
        </p15:guide>
        <p15:guide id="3" pos="669">
          <p15:clr>
            <a:srgbClr val="E46962"/>
          </p15:clr>
        </p15:guide>
        <p15:guide id="4" pos="1044">
          <p15:clr>
            <a:srgbClr val="E46962"/>
          </p15:clr>
        </p15:guide>
        <p15:guide id="5" pos="1119">
          <p15:clr>
            <a:srgbClr val="E46962"/>
          </p15:clr>
        </p15:guide>
        <p15:guide id="6" pos="1494">
          <p15:clr>
            <a:srgbClr val="E46962"/>
          </p15:clr>
        </p15:guide>
        <p15:guide id="7" pos="1569">
          <p15:clr>
            <a:srgbClr val="E46962"/>
          </p15:clr>
        </p15:guide>
        <p15:guide id="8" pos="1944">
          <p15:clr>
            <a:srgbClr val="E46962"/>
          </p15:clr>
        </p15:guide>
        <p15:guide id="9" pos="2019">
          <p15:clr>
            <a:srgbClr val="E46962"/>
          </p15:clr>
        </p15:guide>
        <p15:guide id="10" pos="2394">
          <p15:clr>
            <a:srgbClr val="E46962"/>
          </p15:clr>
        </p15:guide>
        <p15:guide id="11" pos="2469">
          <p15:clr>
            <a:srgbClr val="E46962"/>
          </p15:clr>
        </p15:guide>
        <p15:guide id="12" pos="2844">
          <p15:clr>
            <a:srgbClr val="E46962"/>
          </p15:clr>
        </p15:guide>
        <p15:guide id="13" pos="2919">
          <p15:clr>
            <a:srgbClr val="E46962"/>
          </p15:clr>
        </p15:guide>
        <p15:guide id="14" pos="3294">
          <p15:clr>
            <a:srgbClr val="E46962"/>
          </p15:clr>
        </p15:guide>
        <p15:guide id="15" pos="3370">
          <p15:clr>
            <a:srgbClr val="E46962"/>
          </p15:clr>
        </p15:guide>
        <p15:guide id="16" pos="3744">
          <p15:clr>
            <a:srgbClr val="E46962"/>
          </p15:clr>
        </p15:guide>
        <p15:guide id="17" pos="3820">
          <p15:clr>
            <a:srgbClr val="E46962"/>
          </p15:clr>
        </p15:guide>
        <p15:guide id="18" pos="4194">
          <p15:clr>
            <a:srgbClr val="E46962"/>
          </p15:clr>
        </p15:guide>
        <p15:guide id="19" pos="4270">
          <p15:clr>
            <a:srgbClr val="E46962"/>
          </p15:clr>
        </p15:guide>
        <p15:guide id="20" pos="4644">
          <p15:clr>
            <a:srgbClr val="E46962"/>
          </p15:clr>
        </p15:guide>
        <p15:guide id="21" pos="4720">
          <p15:clr>
            <a:srgbClr val="E46962"/>
          </p15:clr>
        </p15:guide>
        <p15:guide id="22" pos="5094">
          <p15:clr>
            <a:srgbClr val="E46962"/>
          </p15:clr>
        </p15:guide>
        <p15:guide id="23" pos="5170">
          <p15:clr>
            <a:srgbClr val="E46962"/>
          </p15:clr>
        </p15:guide>
        <p15:guide id="24" pos="5544">
          <p15:clr>
            <a:srgbClr val="E46962"/>
          </p15:clr>
        </p15:guide>
        <p15:guide id="25" orient="horz" pos="141">
          <p15:clr>
            <a:srgbClr val="E46962"/>
          </p15:clr>
        </p15:guide>
        <p15:guide id="26" orient="horz" pos="3099">
          <p15:clr>
            <a:srgbClr val="E46962"/>
          </p15:clr>
        </p15:guide>
        <p15:guide id="27" pos="144">
          <p15:clr>
            <a:srgbClr val="E46962"/>
          </p15:clr>
        </p15:guide>
        <p15:guide id="28" pos="561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8"/>
          <p:cNvSpPr txBox="1"/>
          <p:nvPr>
            <p:ph idx="4" type="subTitle"/>
          </p:nvPr>
        </p:nvSpPr>
        <p:spPr>
          <a:xfrm>
            <a:off x="3262949" y="3643250"/>
            <a:ext cx="26181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latin typeface="Rajdhani"/>
                <a:ea typeface="Rajdhani"/>
                <a:cs typeface="Rajdhani"/>
                <a:sym typeface="Rajdhani"/>
              </a:rPr>
              <a:t>Jonnie Muench</a:t>
            </a:r>
            <a:endParaRPr b="1" i="1" sz="1800"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latin typeface="Rajdhani"/>
                <a:ea typeface="Rajdhani"/>
                <a:cs typeface="Rajdhani"/>
                <a:sym typeface="Rajdhani"/>
              </a:rPr>
              <a:t>CS-377A</a:t>
            </a:r>
            <a:endParaRPr b="1" i="1" sz="1800"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latin typeface="Rajdhani"/>
                <a:ea typeface="Rajdhani"/>
                <a:cs typeface="Rajdhani"/>
                <a:sym typeface="Rajdhani"/>
              </a:rPr>
              <a:t>Database Design</a:t>
            </a:r>
            <a:endParaRPr b="1" i="1" sz="1800"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415" name="Google Shape;415;p68" title="logo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9713" y="1547438"/>
            <a:ext cx="6124575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Purpose</a:t>
            </a:r>
            <a:endParaRPr/>
          </a:p>
        </p:txBody>
      </p:sp>
      <p:sp>
        <p:nvSpPr>
          <p:cNvPr id="421" name="Google Shape;421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 u="none"/>
              <a:t>Sim Advisor is a racing simulator counselling, building, and upgrading service. </a:t>
            </a:r>
            <a:endParaRPr sz="1700" u="none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 u="none"/>
              <a:t>The database stores customers, products, services, orders, and appointments.</a:t>
            </a:r>
            <a:endParaRPr sz="1700" u="none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●"/>
            </a:pPr>
            <a:r>
              <a:rPr lang="en" sz="1700" u="none"/>
              <a:t>The database is used to take orders from customers, update the status of orders as they are worked on, and track order history.</a:t>
            </a:r>
            <a:endParaRPr sz="1700" u="non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ERD</a:t>
            </a:r>
            <a:endParaRPr/>
          </a:p>
        </p:txBody>
      </p:sp>
      <p:pic>
        <p:nvPicPr>
          <p:cNvPr id="427" name="Google Shape;42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0727" y="445025"/>
            <a:ext cx="6217051" cy="444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Customers</a:t>
            </a:r>
            <a:endParaRPr/>
          </a:p>
        </p:txBody>
      </p:sp>
      <p:pic>
        <p:nvPicPr>
          <p:cNvPr id="433" name="Google Shape;43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5713" y="445025"/>
            <a:ext cx="4287075" cy="4558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Addresses</a:t>
            </a:r>
            <a:endParaRPr/>
          </a:p>
        </p:txBody>
      </p:sp>
      <p:pic>
        <p:nvPicPr>
          <p:cNvPr id="439" name="Google Shape;43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213" y="1017725"/>
            <a:ext cx="712702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Appointments</a:t>
            </a:r>
            <a:endParaRPr/>
          </a:p>
        </p:txBody>
      </p:sp>
      <p:pic>
        <p:nvPicPr>
          <p:cNvPr id="445" name="Google Shape;44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3804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Orders</a:t>
            </a:r>
            <a:endParaRPr/>
          </a:p>
        </p:txBody>
      </p:sp>
      <p:pic>
        <p:nvPicPr>
          <p:cNvPr id="451" name="Google Shape;45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5650" y="1099025"/>
            <a:ext cx="537270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Items</a:t>
            </a:r>
            <a:endParaRPr/>
          </a:p>
        </p:txBody>
      </p:sp>
      <p:pic>
        <p:nvPicPr>
          <p:cNvPr id="457" name="Google Shape;45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163" y="1017725"/>
            <a:ext cx="279112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Products</a:t>
            </a:r>
            <a:endParaRPr/>
          </a:p>
        </p:txBody>
      </p:sp>
      <p:pic>
        <p:nvPicPr>
          <p:cNvPr id="463" name="Google Shape;46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8488" y="1017725"/>
            <a:ext cx="5772484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Services</a:t>
            </a:r>
            <a:endParaRPr/>
          </a:p>
        </p:txBody>
      </p:sp>
      <p:pic>
        <p:nvPicPr>
          <p:cNvPr id="469" name="Google Shape;46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6888" y="1017725"/>
            <a:ext cx="237567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Services</a:t>
            </a:r>
            <a:endParaRPr/>
          </a:p>
        </p:txBody>
      </p:sp>
      <p:pic>
        <p:nvPicPr>
          <p:cNvPr id="475" name="Google Shape;47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7725" y="1135300"/>
            <a:ext cx="5334000" cy="36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ales Pitch">
  <a:themeElements>
    <a:clrScheme name="Simple Light">
      <a:dk1>
        <a:srgbClr val="08005F"/>
      </a:dk1>
      <a:lt1>
        <a:srgbClr val="FFFFFF"/>
      </a:lt1>
      <a:dk2>
        <a:srgbClr val="000000"/>
      </a:dk2>
      <a:lt2>
        <a:srgbClr val="B1A1FF"/>
      </a:lt2>
      <a:accent1>
        <a:srgbClr val="A1FF5F"/>
      </a:accent1>
      <a:accent2>
        <a:srgbClr val="1BBE90"/>
      </a:accent2>
      <a:accent3>
        <a:srgbClr val="0A485F"/>
      </a:accent3>
      <a:accent4>
        <a:srgbClr val="9ACAE0"/>
      </a:accent4>
      <a:accent5>
        <a:srgbClr val="D1D1EB"/>
      </a:accent5>
      <a:accent6>
        <a:srgbClr val="2837DB"/>
      </a:accent6>
      <a:hlink>
        <a:srgbClr val="2837D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